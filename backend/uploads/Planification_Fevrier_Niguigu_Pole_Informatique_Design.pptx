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-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4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PLANIFICATION DU MOIS DE FÉVRIER</a:t>
            </a:r>
          </a:p>
          <a:p>
            <a:pPr algn="ctr">
              <a:defRPr sz="1800">
                <a:solidFill>
                  <a:srgbClr val="E6E6E6"/>
                </a:solidFill>
              </a:defRPr>
            </a:pPr>
            <a:r>
              <a:t>Entreprise : Niguigu</a:t>
            </a:r>
            <a:br/>
            <a:r>
              <a:t>Pôle Informatique – Développeur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🎯 Objectifs Généraux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4632" y="2845455"/>
            <a:ext cx="86130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sz="2800" dirty="0"/>
              <a:t>✔ Assurer le bon </a:t>
            </a:r>
            <a:r>
              <a:rPr sz="2800" dirty="0" err="1"/>
              <a:t>fonctionnement</a:t>
            </a:r>
            <a:r>
              <a:rPr sz="2800" dirty="0"/>
              <a:t> des </a:t>
            </a:r>
            <a:r>
              <a:rPr sz="2800" dirty="0" err="1"/>
              <a:t>outils</a:t>
            </a:r>
            <a:r>
              <a:rPr sz="2800" dirty="0"/>
              <a:t> </a:t>
            </a:r>
            <a:r>
              <a:rPr sz="2800" dirty="0" err="1"/>
              <a:t>informatiques</a:t>
            </a:r>
            <a:endParaRPr sz="28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2800" dirty="0"/>
              <a:t>✔ </a:t>
            </a:r>
            <a:r>
              <a:rPr sz="2800" dirty="0" err="1"/>
              <a:t>Développer</a:t>
            </a:r>
            <a:r>
              <a:rPr sz="2800" dirty="0"/>
              <a:t> et </a:t>
            </a:r>
            <a:r>
              <a:rPr sz="2800" dirty="0" err="1"/>
              <a:t>améliorer</a:t>
            </a:r>
            <a:r>
              <a:rPr sz="2800" dirty="0"/>
              <a:t> les applications de </a:t>
            </a:r>
            <a:r>
              <a:rPr sz="2800" dirty="0" err="1"/>
              <a:t>l’entreprise</a:t>
            </a:r>
            <a:r>
              <a:rPr lang="fr-FR" sz="2800" dirty="0"/>
              <a:t> (OPPME, GESTCAISSE)</a:t>
            </a:r>
            <a:endParaRPr sz="28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2800" dirty="0"/>
              <a:t>✔ </a:t>
            </a:r>
            <a:r>
              <a:rPr sz="2800" dirty="0" err="1"/>
              <a:t>Sécuriser</a:t>
            </a:r>
            <a:r>
              <a:rPr sz="2800" dirty="0"/>
              <a:t> les </a:t>
            </a:r>
            <a:r>
              <a:rPr sz="2800" dirty="0" err="1"/>
              <a:t>systèmes</a:t>
            </a:r>
            <a:r>
              <a:rPr sz="2800" dirty="0"/>
              <a:t> et les données</a:t>
            </a:r>
            <a:r>
              <a:rPr lang="fr-FR" sz="2800" dirty="0"/>
              <a:t> des applications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🗓️ Semaine 1 (1 – 7 février) – Analyse &amp; Préparation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7420" y="2011098"/>
            <a:ext cx="83279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sz="4000" dirty="0"/>
              <a:t>✔ </a:t>
            </a:r>
            <a:r>
              <a:rPr sz="4000" dirty="0" err="1"/>
              <a:t>Analyse</a:t>
            </a:r>
            <a:r>
              <a:rPr sz="4000" dirty="0"/>
              <a:t> des </a:t>
            </a:r>
            <a:r>
              <a:rPr sz="4000" dirty="0" err="1"/>
              <a:t>besoins</a:t>
            </a:r>
            <a:r>
              <a:rPr sz="4000" dirty="0"/>
              <a:t> </a:t>
            </a:r>
            <a:r>
              <a:rPr sz="4000" dirty="0" err="1"/>
              <a:t>informatiques</a:t>
            </a:r>
            <a:r>
              <a:rPr lang="fr-FR" sz="4000" dirty="0"/>
              <a:t> </a:t>
            </a:r>
            <a:endParaRPr sz="40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000" dirty="0"/>
              <a:t>✔ </a:t>
            </a:r>
            <a:r>
              <a:rPr sz="4000" dirty="0" err="1"/>
              <a:t>Évaluation</a:t>
            </a:r>
            <a:r>
              <a:rPr sz="4000" dirty="0"/>
              <a:t> des </a:t>
            </a:r>
            <a:r>
              <a:rPr sz="4000" dirty="0" err="1"/>
              <a:t>systèmes</a:t>
            </a:r>
            <a:r>
              <a:rPr sz="4000" dirty="0"/>
              <a:t> </a:t>
            </a:r>
            <a:r>
              <a:rPr sz="4000" dirty="0" err="1"/>
              <a:t>existants</a:t>
            </a:r>
            <a:endParaRPr sz="40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000" dirty="0"/>
              <a:t>✔ Correction des bugs </a:t>
            </a:r>
            <a:r>
              <a:rPr sz="4000" dirty="0" err="1"/>
              <a:t>signalés</a:t>
            </a:r>
            <a:endParaRPr sz="40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000" dirty="0"/>
              <a:t>✔ Planification des </a:t>
            </a:r>
            <a:r>
              <a:rPr sz="4000" dirty="0" err="1"/>
              <a:t>projets</a:t>
            </a:r>
            <a:r>
              <a:rPr lang="fr-FR" sz="4000" dirty="0"/>
              <a:t> (Avoir un compte Trello et Slack, s’y former)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 err="1"/>
              <a:t>Semaine</a:t>
            </a:r>
            <a:r>
              <a:rPr dirty="0"/>
              <a:t> 2 (8 – 14 </a:t>
            </a:r>
            <a:r>
              <a:rPr dirty="0" err="1"/>
              <a:t>février</a:t>
            </a:r>
            <a:r>
              <a:rPr dirty="0"/>
              <a:t>) – Développement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0271" y="1758008"/>
            <a:ext cx="10058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sz="4000" dirty="0"/>
              <a:t>✔ Développement et </a:t>
            </a:r>
            <a:r>
              <a:rPr sz="4000" dirty="0" err="1"/>
              <a:t>amélioration</a:t>
            </a:r>
            <a:r>
              <a:rPr sz="4000" dirty="0"/>
              <a:t> des applications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000" dirty="0"/>
              <a:t>✔ </a:t>
            </a:r>
            <a:r>
              <a:rPr sz="4000" dirty="0" err="1"/>
              <a:t>Optimisation</a:t>
            </a:r>
            <a:r>
              <a:rPr sz="4000" dirty="0"/>
              <a:t> du site </a:t>
            </a:r>
            <a:r>
              <a:rPr lang="fr-FR" sz="4000" dirty="0"/>
              <a:t>ITEBEMA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000" dirty="0"/>
              <a:t>✔ Tests des </a:t>
            </a:r>
            <a:r>
              <a:rPr sz="4000" dirty="0" err="1"/>
              <a:t>fonctionnalités</a:t>
            </a:r>
            <a:endParaRPr sz="40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000" dirty="0"/>
              <a:t>✔ </a:t>
            </a:r>
            <a:r>
              <a:rPr sz="4000" dirty="0" err="1"/>
              <a:t>Sauvegarde</a:t>
            </a:r>
            <a:r>
              <a:rPr sz="4000" dirty="0"/>
              <a:t> des données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000" dirty="0"/>
              <a:t>✔ Documentation technique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 err="1"/>
              <a:t>Semaine</a:t>
            </a:r>
            <a:r>
              <a:rPr dirty="0"/>
              <a:t> 3 (15 – 21 </a:t>
            </a:r>
            <a:r>
              <a:rPr dirty="0" err="1"/>
              <a:t>février</a:t>
            </a:r>
            <a:r>
              <a:rPr dirty="0"/>
              <a:t>) – </a:t>
            </a:r>
            <a:r>
              <a:rPr dirty="0" err="1"/>
              <a:t>Sécurité</a:t>
            </a:r>
            <a:r>
              <a:rPr dirty="0"/>
              <a:t>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sz="4400" dirty="0"/>
              <a:t>✔ </a:t>
            </a:r>
            <a:r>
              <a:rPr sz="4400" dirty="0" err="1"/>
              <a:t>Renforcement</a:t>
            </a:r>
            <a:r>
              <a:rPr sz="4400" dirty="0"/>
              <a:t> de la </a:t>
            </a:r>
            <a:r>
              <a:rPr sz="4400" dirty="0" err="1"/>
              <a:t>sécurité</a:t>
            </a:r>
            <a:r>
              <a:rPr sz="4400" dirty="0"/>
              <a:t> </a:t>
            </a:r>
            <a:r>
              <a:rPr sz="4400" dirty="0" err="1"/>
              <a:t>informatique</a:t>
            </a:r>
            <a:endParaRPr sz="44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400" dirty="0"/>
              <a:t>✔ Gestion des </a:t>
            </a:r>
            <a:r>
              <a:rPr sz="4400" dirty="0" err="1"/>
              <a:t>accès</a:t>
            </a:r>
            <a:r>
              <a:rPr sz="4400" dirty="0"/>
              <a:t> </a:t>
            </a:r>
            <a:r>
              <a:rPr sz="4400" dirty="0" err="1"/>
              <a:t>utilisateurs</a:t>
            </a:r>
            <a:endParaRPr sz="44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400" dirty="0"/>
              <a:t>✔ Maintenance du matériel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400" dirty="0"/>
              <a:t>✔ </a:t>
            </a:r>
            <a:r>
              <a:rPr sz="4400" dirty="0" err="1"/>
              <a:t>Résolution</a:t>
            </a:r>
            <a:r>
              <a:rPr sz="4400" dirty="0"/>
              <a:t> des incidents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400" dirty="0"/>
              <a:t>✔ Assistance technique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🗓️ Semaine 4 (22 – 28 février) – Finalisation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7420" y="1714746"/>
            <a:ext cx="100584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sz="4600" dirty="0"/>
              <a:t>✔ </a:t>
            </a:r>
            <a:r>
              <a:rPr sz="4600" dirty="0" err="1"/>
              <a:t>Finalisation</a:t>
            </a:r>
            <a:r>
              <a:rPr sz="4600" dirty="0"/>
              <a:t> des </a:t>
            </a:r>
            <a:r>
              <a:rPr sz="4600" dirty="0" err="1"/>
              <a:t>projets</a:t>
            </a:r>
            <a:endParaRPr sz="46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600" dirty="0"/>
              <a:t>✔ Tests </a:t>
            </a:r>
            <a:r>
              <a:rPr sz="4600" dirty="0" err="1"/>
              <a:t>finaux</a:t>
            </a:r>
            <a:r>
              <a:rPr sz="4600" dirty="0"/>
              <a:t> et corrections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600" dirty="0"/>
              <a:t>✔ </a:t>
            </a:r>
            <a:r>
              <a:rPr sz="4600" dirty="0" err="1"/>
              <a:t>Rédaction</a:t>
            </a:r>
            <a:r>
              <a:rPr sz="4600" dirty="0"/>
              <a:t> du rapport </a:t>
            </a:r>
            <a:r>
              <a:rPr sz="4600" dirty="0" err="1"/>
              <a:t>mensuel</a:t>
            </a:r>
            <a:endParaRPr sz="46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600" dirty="0"/>
              <a:t>✔ Propositions </a:t>
            </a:r>
            <a:r>
              <a:rPr sz="4600" dirty="0" err="1"/>
              <a:t>d’amélioration</a:t>
            </a:r>
            <a:endParaRPr sz="46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600" dirty="0"/>
              <a:t>✔ </a:t>
            </a:r>
            <a:r>
              <a:rPr sz="4600" dirty="0" err="1"/>
              <a:t>Sensibilisation</a:t>
            </a:r>
            <a:r>
              <a:rPr sz="4600" dirty="0"/>
              <a:t> du personnel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135" y="1813068"/>
            <a:ext cx="872121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sz="4200" dirty="0"/>
              <a:t>✔ Cette planification assure </a:t>
            </a:r>
            <a:r>
              <a:rPr sz="4200" dirty="0" err="1"/>
              <a:t>une</a:t>
            </a:r>
            <a:r>
              <a:rPr sz="4200" dirty="0"/>
              <a:t> </a:t>
            </a:r>
            <a:r>
              <a:rPr sz="4200" dirty="0" err="1"/>
              <a:t>organisation</a:t>
            </a:r>
            <a:r>
              <a:rPr sz="4200" dirty="0"/>
              <a:t> </a:t>
            </a:r>
            <a:r>
              <a:rPr sz="4200" dirty="0" err="1"/>
              <a:t>efficace</a:t>
            </a:r>
            <a:r>
              <a:rPr sz="4200" dirty="0"/>
              <a:t> du </a:t>
            </a:r>
            <a:r>
              <a:rPr sz="4200" dirty="0" err="1"/>
              <a:t>pôle</a:t>
            </a:r>
            <a:r>
              <a:rPr sz="4200" dirty="0"/>
              <a:t> </a:t>
            </a:r>
            <a:r>
              <a:rPr sz="4200" dirty="0" err="1"/>
              <a:t>informatique</a:t>
            </a:r>
            <a:endParaRPr sz="42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200" dirty="0"/>
              <a:t>✔ Elle </a:t>
            </a:r>
            <a:r>
              <a:rPr sz="4200" dirty="0" err="1"/>
              <a:t>garantit</a:t>
            </a:r>
            <a:r>
              <a:rPr sz="4200" dirty="0"/>
              <a:t> la </a:t>
            </a:r>
            <a:r>
              <a:rPr sz="4200" dirty="0" err="1"/>
              <a:t>continuité</a:t>
            </a:r>
            <a:r>
              <a:rPr sz="4200" dirty="0"/>
              <a:t> et la performance des services </a:t>
            </a:r>
            <a:r>
              <a:rPr sz="4200" dirty="0" err="1"/>
              <a:t>numériques</a:t>
            </a:r>
            <a:endParaRPr sz="42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4200" dirty="0"/>
              <a:t>✔ Elle </a:t>
            </a:r>
            <a:r>
              <a:rPr sz="4200" dirty="0" err="1"/>
              <a:t>contribue</a:t>
            </a:r>
            <a:r>
              <a:rPr sz="4200" dirty="0"/>
              <a:t> </a:t>
            </a:r>
            <a:r>
              <a:rPr sz="4200" dirty="0" err="1"/>
              <a:t>directement</a:t>
            </a:r>
            <a:r>
              <a:rPr sz="4200" dirty="0"/>
              <a:t> à </a:t>
            </a:r>
            <a:r>
              <a:rPr sz="4200" dirty="0" err="1"/>
              <a:t>l’atteinte</a:t>
            </a:r>
            <a:r>
              <a:rPr sz="4200" dirty="0"/>
              <a:t> des </a:t>
            </a:r>
            <a:r>
              <a:rPr sz="4200" dirty="0" err="1"/>
              <a:t>objectifs</a:t>
            </a:r>
            <a:r>
              <a:rPr sz="4200" dirty="0"/>
              <a:t> de </a:t>
            </a:r>
            <a:r>
              <a:rPr sz="4200" dirty="0" err="1"/>
              <a:t>l’entreprise</a:t>
            </a:r>
            <a:r>
              <a:rPr sz="4200" dirty="0"/>
              <a:t> </a:t>
            </a:r>
            <a:r>
              <a:rPr sz="4200" dirty="0" err="1"/>
              <a:t>Niguigu</a:t>
            </a:r>
            <a:endParaRPr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1725</TotalTime>
  <Words>221</Words>
  <Application>Microsoft Office PowerPoint</Application>
  <PresentationFormat>Affichage à l'écran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2026-02-04T19:46:57Z</dcterms:modified>
  <cp:category/>
</cp:coreProperties>
</file>